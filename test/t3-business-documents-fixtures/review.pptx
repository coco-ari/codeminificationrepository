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评审备注：必须确认回滚方案。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工作台发布评审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测试已经通过</a:t>
            </a:r>
          </a:p>
          <a:p>
            <a:r>
              <a:t>下一步：检查恢复备份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第二页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结果：允许进入人工审批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